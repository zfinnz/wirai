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
        <p:nvSpPr>
          <p:cNvPr id="56"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
        <p:nvSpPr>
          <p:cNvPr id="68"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
        <p:nvSpPr>
          <p:cNvPr id="6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
        <p:nvSpPr>
          <p:cNvPr id="81"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
        <p:nvSpPr>
          <p:cNvPr id="66"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
        <p:nvSpPr>
          <p:cNvPr id="7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
        <p:nvSpPr>
          <p:cNvPr id="5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
        <p:nvSpPr>
          <p:cNvPr id="62"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
        <p:nvSpPr>
          <p:cNvPr id="67"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
        <p:nvSpPr>
          <p:cNvPr id="93"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
        <p:nvSpPr>
          <p:cNvPr id="57"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
        <p:nvSpPr>
          <p:cNvPr id="6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