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mỗi plugin trong ChatGPT có ba mức quyền trong Settings, Plugins, mục Default permission và dòng riêng từng plugin: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Không có mức Allow all. Vì mặc định là low-risk, sau khi nối Gmail anh chị phải vào dòng Gmail đổi về Always ask.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
        <p:nvSpPr>
          <p:cNvPr id="56"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
        <p:nvSpPr>
          <p:cNvPr id="68"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
        <p:nvSpPr>
          <p:cNvPr id="6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
        <p:nvSpPr>
          <p:cNvPr id="81"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
        <p:nvSpPr>
          <p:cNvPr id="66"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
        <p:nvSpPr>
          <p:cNvPr id="7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
        <p:nvSpPr>
          <p:cNvPr id="5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
        <p:nvSpPr>
          <p:cNvPr id="62"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
        <p:nvSpPr>
          <p:cNvPr id="67"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DEFAULT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mn-lt"/>
                  <a:ea typeface="+mn-ea"/>
                  <a:cs typeface="+mn-cs"/>
                </a:rPr>
                <a:t>Lưu ý khi cài</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Chỉ có 3 mức, không có</a:t>
              </a:r>
              <a:br/>
              <a:r>
                <a:rPr lang="vi-VN" sz="1350" dirty="0">
                  <a:solidFill>
                    <a:schemeClr val="dk1"/>
                  </a:solidFill>
                  <a:latin typeface="+mn-lt"/>
                  <a:ea typeface="+mn-ea"/>
                  <a:cs typeface="+mn-cs"/>
                </a:rPr>
                <a:t>“Allow all”. Mặc định là</a:t>
              </a:r>
              <a:br/>
              <a:r>
                <a:rPr lang="vi-VN" sz="1350" dirty="0">
                  <a:solidFill>
                    <a:schemeClr val="dk1"/>
                  </a:solidFill>
                  <a:latin typeface="+mn-lt"/>
                  <a:ea typeface="+mn-ea"/>
                  <a:cs typeface="+mn-cs"/>
                </a:rPr>
                <a:t>low-risk → tự đổi Gmail</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
        <p:nvSpPr>
          <p:cNvPr id="93"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
        <p:nvSpPr>
          <p:cNvPr id="57"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
        <p:nvSpPr>
          <p:cNvPr id="69" name="demo-flag"/>
          <p:cNvSpPr/>
          <p:nvPr/>
        </p:nvSpPr>
        <p:spPr>
          <a:xfrm>
            <a:off x="3810000" y="304800"/>
            <a:ext cx="16383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CÓ DEMO KÈM FILE</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