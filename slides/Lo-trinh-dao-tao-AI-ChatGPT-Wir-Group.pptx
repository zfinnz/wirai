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số liệu, ChatGPT bản hiện nay đã qua được bẫy cũ: tải file đơn hàng demo lên và gõ "Phân tích doanh số theo từng nhân viên bán hàng", nó đếm đúng bốn mươi dòng, liệt kê sáu cột, nói rõ không có cột nhân viên, chuyển sang phân tích theo kênh với tổng đúng một trăm bốn mươi bảy triệu ba trăm nghìn đồng, rồi đề xuất bổ sung cột. Bẫy mới nằm ở cách đưa dữ liệu vào. Khi tải file, ChatGPT chạy code để tính nên số đúng. Khi dán bốn mươi dòng dạng chữ vào khung chat, nó tính nhẩm: chạy thử ngày 09/10/2026, hỏi "Vì sao Shopee nhiều đơn nhất mà doanh thu thấp", nó trả lời chắc nịch Đại lý sỉ sáu đơn, chín mươi sáu phẩy bảy mốt triệu, Website mười một đơn, trong khi file thật là Đại lý sỉ bảy đơn, một trăm lẻ sáu phẩy bảy mốt triệu, Website mười đơn. Nó còn "đính chính" ngược lại số đúng của lượt trước. Bảng sai nhưng trình bày rất đẹp, đó mới là thứ nguy hiểm. Từ đó có bốn quy tắc: tải file, đừng dán chữ; đếm trước, bắt AI báo số dòng và các cột, và chỉ tách theo chiều file có; đối chiếu tổng và hai ba số lẻ với file gốc trước khi dùng; nguyên nhân là suy đoán, viết dạng "nghi do, cần kiểm chứng bằng". Trong demo, phần nguyên nhân ChatGPT đã tự tách "nguyên nhân cần kiểm chứng thêm" khỏi số liệu, hãy khen nó và chỉ cho lớp thấy.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chứng tốn vài phút, rẻ hơn rất nhiều so với hậu quả của một con số sai. Cách một, bấm chip nguồn: khi làm việc trong Project có file, ChatGPT gắn một chip tên file ngay sau câu nó trích, ví dụ ho-so-elasten hay du-lieu-san-pham-wir; bấm vào là mở đúng đoạn trong file, mất khoảng năm giây mỗi câu. Câu nào không có chip thì copy câu đó và Ctrl F trong tài liệu gốc. Cách hai, rà ngẫu nhiên số liệu: chọn hai, ba con số và tự đối chiếu với file gốc, mất khoảng một phút; đây là cách bắt được lỗi tính nhẩm ở slide trước. Cách ba, phép thử đổi tên: thay tên mình bằng tên đối thủ, câu vẫn đúng tức là chưa đủ cụ thể, mất ba mươi giây. Cách bốn, bắt AI tự khai bằng câu hỏi "Chỗ nào bạn tự suy đoán mà tài liệu không nói?". Chạy thử ngày 09/10/2026, ChatGPT tự liệt kê bốn chỗ nó suy luận, phân loại DATA THẬT và SUY LUẬN, và chỉ đúng tới dòng trong file. Lưu ý: tự khai chỉ bắt được chỗ nó biết là suy đoán, không bắt được lỗi tính nhẩm, nên vẫn cần cách hai.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sai, và anh chị tự kiểm chứng được ít nhất hai con số hoặc hai trích dẫn. Câu hỏi chốt: dán bốn mươi dòng vào chat hay tải file lên? Tải file, vì ChatGPT chạy code trên file nên số đúng; dán chữ thì nó tính nhẩm, dễ sai mà vẫn nói chắc.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
        <p:nvSpPr>
          <p:cNvPr id="5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tải file thay vì dán chữ,</a:t>
            </a:r>
            <a:br/>
            <a:r>
              <a:rPr lang="vi-VN" sz="3150" b="1" dirty="0">
                <a:solidFill>
                  <a:schemeClr val="accent1"/>
                </a:solidFill>
                <a:latin typeface="+mn-lt"/>
                <a:ea typeface="+mn-ea"/>
                <a:cs typeface="+mn-cs"/>
              </a:rPr>
              <a:t>đếm trước, đối chiếu tổng rồi mới dùng</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Tải file, đừng dán chữ</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file, ChatGPT chạy code; dán chữ, nó tính nhẩm</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không có cột thì không tách</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Tổng và 2–3 số lẻ phải khớp file gốc</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40 DÒNG ĐƠN HÀNG, HAI CÁCH ĐƯA VÀO</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56388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5300000"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Dán 40 dòng dạng chữ → ChatGPT tính nhẩm</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Vì sao Shopee nhiều đơn nhất</a:t>
              </a:r>
              <a:br/>
              <a:r>
                <a:rPr lang="vi-VN" sz="1500" dirty="0">
                  <a:solidFill>
                    <a:schemeClr val="accent1"/>
                  </a:solidFill>
                  <a:latin typeface="Consolas"/>
                  <a:ea typeface="Consolas"/>
                  <a:cs typeface="Consolas"/>
                </a:rPr>
                <a:t>mà doanh thu thấp?</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Trả lời chắc nịch: Đại lý sỉ 6 đơn, 96,71 tr</a:t>
              </a:r>
            </a:p>
          </p:txBody>
        </p:sp>
        <p:sp>
          <p:nvSpPr>
            <p:cNvPr id="70" name="TextBox 70"/>
            <p:cNvSpPr txBox="1"/>
            <p:nvPr/>
          </p:nvSpPr>
          <p:spPr>
            <a:xfrm>
              <a:off x="6277356" y="4796790"/>
              <a:ext cx="4300000"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Sai: thật là 7 đơn, 106,71 tr</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Tải file thì đúng: 40 dòng · tổng 147.300.000 đ</a:t>
              </a:r>
              <a:br/>
              <a:r>
                <a:rPr lang="vi-VN" sz="1350" b="1" dirty="0">
                  <a:solidFill>
                    <a:schemeClr val="accent1"/>
                  </a:solidFill>
                  <a:latin typeface="+mn-lt"/>
                  <a:ea typeface="+mn-ea"/>
                  <a:cs typeface="+mn-cs"/>
                </a:rPr>
                <a:t>· Đại lý sỉ 7 đơn, 106.710.000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 kết quả thật chạy 09/10/2026</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
        <p:nvSpPr>
          <p:cNvPr id="81"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Bấm chip nguồn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gắn chip tên file sau câu trích; bấm</a:t>
              </a:r>
              <a:br/>
              <a:r>
                <a:rPr lang="vi-VN" sz="1650" dirty="0">
                  <a:solidFill>
                    <a:schemeClr val="dk1"/>
                  </a:solidFill>
                  <a:latin typeface="+mn-lt"/>
                  <a:ea typeface="+mn-ea"/>
                  <a:cs typeface="+mn-cs"/>
                </a:rPr>
                <a:t>mở đúng đoạn. Không có chip thì Ctrl+F.</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file gốc</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 → nó tự liệt kê [SUY LUẬN]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
        <p:nvSpPr>
          <p:cNvPr id="6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Dán 40 dòng vào chat hay tải file lên?</a:t>
              </a:r>
              <a:br/>
              <a:r>
                <a:rPr lang="vi-VN" sz="1500" b="1" dirty="0">
                  <a:solidFill>
                    <a:schemeClr val="accent1"/>
                  </a:solidFill>
                  <a:latin typeface="+mn-lt"/>
                  <a:ea typeface="+mn-ea"/>
                  <a:cs typeface="+mn-cs"/>
                </a:rPr>
                <a:t>Vì sao?</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 Tải file: ChatGPT chạy code; dán chữ</a:t>
              </a:r>
              <a:br/>
              <a:r>
                <a:rPr lang="vi-VN" sz="1500" b="1" dirty="0">
                  <a:solidFill>
                    <a:srgbClr val="2E8B57"/>
                  </a:solidFill>
                  <a:latin typeface="+mn-lt"/>
                  <a:ea typeface="+mn-ea"/>
                  <a:cs typeface="+mn-cs"/>
                </a:rPr>
                <a:t>nó tính nhẩm, dễ sai mà nói chắc</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
        <p:nvSpPr>
          <p:cNvPr id="7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
        <p:nvSpPr>
          <p:cNvPr id="5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7</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
        <p:nvSpPr>
          <p:cNvPr id="62"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7</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7</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
        <p:nvSpPr>
          <p:cNvPr id="93"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8</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9</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8</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